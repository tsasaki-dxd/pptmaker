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4849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DX-DESIGN-SYSTEM / DECK / v1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228600" y="320040"/>
            <a:ext cx="64008" cy="64008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logo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74320"/>
            <a:ext cx="2286000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0" y="914400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YYYY.MM.DD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" y="1828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 ／ COVER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20040" y="2103120"/>
            <a:ext cx="850392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タイトルを</a:t>
            </a:r>
            <a:endParaRPr lang="en-US" sz="6200" dirty="0"/>
          </a:p>
          <a:p>
            <a:pPr marL="0" indent="0">
              <a:buNone/>
            </a:pPr>
            <a:r>
              <a:rPr lang="en-US" sz="62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ここに入れる。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4114800" y="4434840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A37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サブタイトル・コンセプト文を1〜2行で。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2148840"/>
            <a:ext cx="36576" cy="21031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228600" y="320040"/>
            <a:ext cx="64008" cy="64008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logo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74320"/>
            <a:ext cx="2286000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0058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O N T E N T 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" y="123444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目次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365760" y="26517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7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本資料の構成を以下の順で説明します。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474720" y="1005840"/>
            <a:ext cx="0" cy="3566160"/>
          </a:xfrm>
          <a:prstGeom prst="line">
            <a:avLst/>
          </a:prstGeom>
          <a:noFill/>
          <a:ln w="6350">
            <a:solidFill>
              <a:srgbClr val="E8E6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3703320" y="11430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03320" y="139903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title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846320" y="1124712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項目タイトル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703320" y="1746504"/>
            <a:ext cx="5074920" cy="0"/>
          </a:xfrm>
          <a:prstGeom prst="line">
            <a:avLst/>
          </a:prstGeom>
          <a:noFill/>
          <a:ln w="6350">
            <a:solidFill>
              <a:srgbClr val="F2F0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3703320" y="185623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703320" y="2112264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title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846320" y="1837944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項目タイトル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3703320" y="2459736"/>
            <a:ext cx="5074920" cy="0"/>
          </a:xfrm>
          <a:prstGeom prst="line">
            <a:avLst/>
          </a:prstGeom>
          <a:noFill/>
          <a:ln w="6350">
            <a:solidFill>
              <a:srgbClr val="F2F0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/>
          <p:nvPr/>
        </p:nvSpPr>
        <p:spPr>
          <a:xfrm>
            <a:off x="3703320" y="2569464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703320" y="282549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title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46320" y="2551176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項目タイトル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3703320" y="3172968"/>
            <a:ext cx="5074920" cy="0"/>
          </a:xfrm>
          <a:prstGeom prst="line">
            <a:avLst/>
          </a:prstGeom>
          <a:noFill/>
          <a:ln w="6350">
            <a:solidFill>
              <a:srgbClr val="F2F0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3703320" y="328269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703320" y="353872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title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846320" y="3264408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項目タイトル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3703320" y="3886200"/>
            <a:ext cx="5074920" cy="0"/>
          </a:xfrm>
          <a:prstGeom prst="line">
            <a:avLst/>
          </a:prstGeom>
          <a:noFill/>
          <a:ln w="6350">
            <a:solidFill>
              <a:srgbClr val="F2F0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2"/>
          <p:cNvSpPr/>
          <p:nvPr/>
        </p:nvSpPr>
        <p:spPr>
          <a:xfrm>
            <a:off x="3703320" y="39959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703320" y="42519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title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846320" y="397764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項目タイトル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7955280" y="484632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／ CHAPTER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228600" y="320040"/>
            <a:ext cx="64008" cy="64008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logo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74320"/>
            <a:ext cx="2286000" cy="603504"/>
          </a:xfrm>
          <a:prstGeom prst="rect">
            <a:avLst/>
          </a:prstGeom>
        </p:spPr>
      </p:pic>
      <p:pic>
        <p:nvPicPr>
          <p:cNvPr id="5" name="Image 1" descr="favicon-fa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005840"/>
            <a:ext cx="3474720" cy="34747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937760" y="1463040"/>
            <a:ext cx="27432" cy="2103120"/>
          </a:xfrm>
          <a:prstGeom prst="rect">
            <a:avLst/>
          </a:prstGeom>
          <a:solidFill>
            <a:srgbClr val="111014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/>
          <p:cNvSpPr/>
          <p:nvPr/>
        </p:nvSpPr>
        <p:spPr>
          <a:xfrm>
            <a:off x="5166360" y="1463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 01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166360" y="1783080"/>
            <a:ext cx="39319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セクションタイトル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5166360" y="274320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7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このセクションの概要を1〜2行で記述します。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166360" y="43891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本セクションの読了目安 3分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955280" y="484632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228600" y="320040"/>
            <a:ext cx="64008" cy="64008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logo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74320"/>
            <a:ext cx="2286000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9601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463040" y="9144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コンテンツタイトル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65760" y="1417320"/>
            <a:ext cx="8412480" cy="0"/>
          </a:xfrm>
          <a:prstGeom prst="line">
            <a:avLst/>
          </a:prstGeom>
          <a:noFill/>
          <a:ln w="6350">
            <a:solidFill>
              <a:srgbClr val="E8E6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365760" y="155448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65760" y="1737360"/>
            <a:ext cx="8412480" cy="2834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 ／ 図版 ／ 表をここに配置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0" y="484632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 PROFILE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228600" y="320040"/>
            <a:ext cx="64008" cy="64008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logo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74320"/>
            <a:ext cx="2286000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9144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" y="118872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会社概要</a:t>
            </a:r>
            <a:endParaRPr lang="en-US" sz="3800" dirty="0"/>
          </a:p>
        </p:txBody>
      </p:sp>
      <p:pic>
        <p:nvPicPr>
          <p:cNvPr id="7" name="Image 1" descr="logo-vertic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68880"/>
            <a:ext cx="2194560" cy="2194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20440" y="107899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520440" y="128016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3931920" y="107899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商号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166360" y="107899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DXデザインシステム株式会社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520440" y="1554480"/>
            <a:ext cx="5257800" cy="0"/>
          </a:xfrm>
          <a:prstGeom prst="line">
            <a:avLst/>
          </a:prstGeom>
          <a:noFill/>
          <a:ln w="6350">
            <a:solidFill>
              <a:srgbClr val="F2F0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9"/>
          <p:cNvSpPr/>
          <p:nvPr/>
        </p:nvSpPr>
        <p:spPr>
          <a:xfrm>
            <a:off x="3520440" y="1655064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520440" y="185623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REPRESENTATIVE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3931920" y="1655064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代表者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166360" y="1655064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代表取締役　佐々木 拓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520440" y="2130552"/>
            <a:ext cx="5257800" cy="0"/>
          </a:xfrm>
          <a:prstGeom prst="line">
            <a:avLst/>
          </a:prstGeom>
          <a:noFill/>
          <a:ln w="6350">
            <a:solidFill>
              <a:srgbClr val="F2F0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4"/>
          <p:cNvSpPr/>
          <p:nvPr/>
        </p:nvSpPr>
        <p:spPr>
          <a:xfrm>
            <a:off x="3520440" y="2231136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520440" y="2432304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3931920" y="2231136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所在地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166360" y="2231136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〒101-0051  東京都千代田区神田神保町2-48  3510ビル202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520440" y="2706624"/>
            <a:ext cx="5257800" cy="0"/>
          </a:xfrm>
          <a:prstGeom prst="line">
            <a:avLst/>
          </a:prstGeom>
          <a:noFill/>
          <a:ln w="6350">
            <a:solidFill>
              <a:srgbClr val="F2F0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9"/>
          <p:cNvSpPr/>
          <p:nvPr/>
        </p:nvSpPr>
        <p:spPr>
          <a:xfrm>
            <a:off x="3520440" y="280720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3520440" y="3008376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FOUNDED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3931920" y="2807208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設立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166360" y="280720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YYYY年MM月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520440" y="3282696"/>
            <a:ext cx="5257800" cy="0"/>
          </a:xfrm>
          <a:prstGeom prst="line">
            <a:avLst/>
          </a:prstGeom>
          <a:noFill/>
          <a:ln w="6350">
            <a:solidFill>
              <a:srgbClr val="F2F0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4"/>
          <p:cNvSpPr/>
          <p:nvPr/>
        </p:nvSpPr>
        <p:spPr>
          <a:xfrm>
            <a:off x="3520440" y="338328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520440" y="3584448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endParaRPr lang="en-US" sz="700" dirty="0"/>
          </a:p>
        </p:txBody>
      </p:sp>
      <p:sp>
        <p:nvSpPr>
          <p:cNvPr id="30" name="Text 26"/>
          <p:cNvSpPr/>
          <p:nvPr/>
        </p:nvSpPr>
        <p:spPr>
          <a:xfrm>
            <a:off x="3931920" y="338328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事業内容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5166360" y="33832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DXコンサルティング／AI教育・人材育成／社内ツール開発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3520440" y="3858768"/>
            <a:ext cx="5257800" cy="0"/>
          </a:xfrm>
          <a:prstGeom prst="line">
            <a:avLst/>
          </a:prstGeom>
          <a:noFill/>
          <a:ln w="6350">
            <a:solidFill>
              <a:srgbClr val="F2F0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29"/>
          <p:cNvSpPr/>
          <p:nvPr/>
        </p:nvSpPr>
        <p:spPr>
          <a:xfrm>
            <a:off x="3520440" y="395935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3520440" y="416052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endParaRPr lang="en-US" sz="700" dirty="0"/>
          </a:p>
        </p:txBody>
      </p:sp>
      <p:sp>
        <p:nvSpPr>
          <p:cNvPr id="35" name="Text 31"/>
          <p:cNvSpPr/>
          <p:nvPr/>
        </p:nvSpPr>
        <p:spPr>
          <a:xfrm>
            <a:off x="3931920" y="3959352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Webサイト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5166360" y="395935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https://sys.dx-design.co.jp/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7955280" y="484632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DISCLAIMER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228600" y="320040"/>
            <a:ext cx="64008" cy="64008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logo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74320"/>
            <a:ext cx="2286000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9144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Disclaimer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118872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免責事項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65760" y="24231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2697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本資料について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3063240"/>
            <a:ext cx="274320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3A37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本資料は、DXデザインシステム株式会社（以下「当社」）が情報提供を目的として作成したものです。記載内容は作成時点のものであり、将来予告なく変更される場合があります。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46120" y="24231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46120" y="2697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情報の正確性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46120" y="3063240"/>
            <a:ext cx="274320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3A37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本資料に含まれる情報の正確性・完全性について当社は最善を尽くしておりますが、これらを保証するものではありません。本資料の利用により生じたいかなる損害についても、当社は責任を負いかねます。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26480" y="24231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26480" y="2697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01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著作権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26480" y="3063240"/>
            <a:ext cx="274320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3A37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本資料の著作権は当社に帰属します。当社の書面による事前の同意なく、本資料の全部または一部を複製・転載・配布することを禁じます。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／ https://sys.dx-design.co.jp/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955280" y="484632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215</Words>
  <Application>Microsoft Office PowerPoint</Application>
  <PresentationFormat>画面に合わせる (16:9)</PresentationFormat>
  <Paragraphs>86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Yu Gothic</vt:lpstr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DXデザインシステム株式会社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DX Design System — Presentation Template</dc:title>
  <dc:subject>PptxGenJS Presentation</dc:subject>
  <dc:creator>DXデザインシステム株式会社</dc:creator>
  <cp:lastModifiedBy>佐々木 拓</cp:lastModifiedBy>
  <cp:revision>2</cp:revision>
  <dcterms:created xsi:type="dcterms:W3CDTF">2026-04-17T14:51:28Z</dcterms:created>
  <dcterms:modified xsi:type="dcterms:W3CDTF">2026-04-21T02:51:24Z</dcterms:modified>
</cp:coreProperties>
</file>