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4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DX-DESIGN-ACCOUNTING / DECK / v1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91440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YYYY.MM.DD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 ／ COVER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85039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タイトルを</a:t>
            </a:r>
            <a:endParaRPr lang="en-US" sz="6200" dirty="0"/>
          </a:p>
          <a:p>
            <a:pPr marL="0" indent="0">
              <a:buNone/>
            </a:pPr>
            <a:r>
              <a:rPr lang="en-US" sz="6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ここに入れる。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114800" y="443484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サブタイトル・コンセプト文を1〜2行で。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DXデザイン会計事務所株式会社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2148840"/>
            <a:ext cx="36576" cy="2103120"/>
          </a:xfrm>
          <a:prstGeom prst="rect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 N T E N T 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本資料の構成を以下の順で説明します。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005840"/>
            <a:ext cx="0" cy="3566160"/>
          </a:xfrm>
          <a:prstGeom prst="line">
            <a:avLst/>
          </a:prstGeom>
          <a:noFill/>
          <a:ln w="635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3703320" y="11430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03320" y="13990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46320" y="11247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703320" y="1746504"/>
            <a:ext cx="507492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703320" y="18562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03320" y="211226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46320" y="1837944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703320" y="2459736"/>
            <a:ext cx="507492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3703320" y="25694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03320" y="28254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46320" y="2551176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03320" y="3172968"/>
            <a:ext cx="507492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3703320" y="328269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03320" y="35387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46320" y="326440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703320" y="3886200"/>
            <a:ext cx="507492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3703320" y="39959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703320" y="4251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46320" y="39776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／ CHAPTER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pic>
        <p:nvPicPr>
          <p:cNvPr id="5" name="Image 1" descr="favicon2-faded.png"/>
          <p:cNvPicPr>
            <a:picLocks noChangeAspect="1"/>
          </p:cNvPicPr>
          <p:nvPr/>
        </p:nvPicPr>
        <p:blipFill>
          <a:blip r:embed="rId4"/>
          <a:srcRect l="29143" r="29313"/>
          <a:stretch>
            <a:fillRect/>
          </a:stretch>
        </p:blipFill>
        <p:spPr>
          <a:xfrm>
            <a:off x="1050833" y="1138458"/>
            <a:ext cx="3051832" cy="244868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37760" y="1463040"/>
            <a:ext cx="27432" cy="2103120"/>
          </a:xfrm>
          <a:prstGeom prst="rect">
            <a:avLst/>
          </a:prstGeom>
          <a:solidFill>
            <a:srgbClr val="111014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/>
          <p:nvPr/>
        </p:nvSpPr>
        <p:spPr>
          <a:xfrm>
            <a:off x="516636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166360" y="1783080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セクションタイトル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166360" y="27432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このセクションの概要を1〜2行で記述します。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166360" y="43891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本セクションの読了目安 3分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60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6304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コンテンツタイトル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8412480" cy="0"/>
          </a:xfrm>
          <a:prstGeom prst="line">
            <a:avLst/>
          </a:prstGeom>
          <a:noFill/>
          <a:ln w="635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841248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 ／ 図版 ／ 表をここに配置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会社概要</a:t>
            </a:r>
            <a:endParaRPr lang="en-US" sz="3800" dirty="0"/>
          </a:p>
        </p:txBody>
      </p:sp>
      <p:pic>
        <p:nvPicPr>
          <p:cNvPr id="7" name="Image 1" descr="logo2-vert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26080"/>
            <a:ext cx="2560320" cy="13167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0440" y="10789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520440" y="12801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3931920" y="10789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商号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166360" y="10789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DXデザイン会計事務所株式会社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520440" y="1554480"/>
            <a:ext cx="525780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3520440" y="165506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520440" y="185623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931920" y="16550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英語表記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166360" y="165506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 Design Accounting Office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20440" y="2130552"/>
            <a:ext cx="525780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3520440" y="22311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520440" y="2432304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931920" y="2231136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66360" y="223113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〒101-0051  東京都千代田区神田神保町2-48  3510ビル202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520440" y="2706624"/>
            <a:ext cx="525780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3520440" y="28072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520440" y="300837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FOUNDED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931920" y="28072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66360" y="2807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令和1年12月18日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520440" y="3282696"/>
            <a:ext cx="525780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4"/>
          <p:cNvSpPr/>
          <p:nvPr/>
        </p:nvSpPr>
        <p:spPr>
          <a:xfrm>
            <a:off x="3520440" y="33832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520440" y="3584448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REPRESENTATIVE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931920" y="338328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166360" y="3383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 公認会計士・税理士　横山 公一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520440" y="3858768"/>
            <a:ext cx="5257800" cy="0"/>
          </a:xfrm>
          <a:prstGeom prst="line">
            <a:avLst/>
          </a:prstGeom>
          <a:noFill/>
          <a:ln w="6350">
            <a:solidFill>
              <a:srgbClr val="F0F3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/>
          <p:nvPr/>
        </p:nvSpPr>
        <p:spPr>
          <a:xfrm>
            <a:off x="3520440" y="39593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520440" y="41605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931920" y="395935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166360" y="39593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https://dx-design.co.jp/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0080B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2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免責事項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本資料について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本資料は、DXデザイン会計事務所株式会社（以下「当社」）が情報提供を目的として作成したものです。記載内容は作成時点のものであり、将来予告なく変更される場合があります。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4612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4612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情報の正確性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4612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本資料に含まれる情報の正確性・完全性について当社は最善を尽くしておりますが、これらを保証するものではありません。本資料の利用により生じたいかなる損害についても、当社は責任を負いかねます。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著作権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2648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F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本資料の著作権は当社に帰属します。当社の書面による事前の同意なく、本資料の全部または一部を複製・転載・配布することを禁じます。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／ https://dx-design.co.jp/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214</Words>
  <Application>Microsoft Office PowerPoint</Application>
  <PresentationFormat>画面に合わせる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DXデザイン会計事務所株式会社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 Design Accounting Office — Presentation Template</dc:title>
  <dc:subject>PptxGenJS Presentation</dc:subject>
  <dc:creator>DXデザイン会計事務所株式会社</dc:creator>
  <cp:lastModifiedBy>佐々木 拓</cp:lastModifiedBy>
  <cp:revision>2</cp:revision>
  <dcterms:created xsi:type="dcterms:W3CDTF">2026-04-21T02:12:28Z</dcterms:created>
  <dcterms:modified xsi:type="dcterms:W3CDTF">2026-04-21T02:51:37Z</dcterms:modified>
</cp:coreProperties>
</file>